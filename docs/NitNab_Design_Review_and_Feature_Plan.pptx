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71E3"/>
                </a:solidFill>
              </a:defRPr>
            </a:pPr>
            <a:r>
              <a:t>NitNab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Design Review &amp; Feature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8989D"/>
                </a:solidFill>
              </a:defRPr>
            </a:pPr>
            <a:r>
              <a:t>macOS Speech Transcription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8989D"/>
                </a:solidFill>
              </a:defRPr>
            </a:pPr>
            <a:r>
              <a:t>Design &amp; Engineering Review Team  |  February 26,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Product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533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26 issues identified across 9 critical, 8 high, 9 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Benchmarked vs. Otter.ai, MacWhisper, Descript, Rev.com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96896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426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426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Platform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700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macOS 26 Tahoe, Liquid Glass, Foundation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55264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009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300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Feature 1: Per-File Transcription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2841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Transcribe individual files on-demand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13632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59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Feature 2: Bulk Summarization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8678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Batch AI summarization with Apple Intelligence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1999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177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177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Feature 3: Smart File Renaming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45151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AI-powered naming from date, content, speakers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30368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760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276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UX Polish &amp; 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Keyboard shortcuts, VoiceOver, design system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88736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9344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9344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9618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5-week phased delivery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 Audit: Critical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9D"/>
                </a:solidFill>
              </a:defRPr>
            </a:pPr>
            <a:r>
              <a:t>9 critical/high issues require immediate attention before new feature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73152" cy="64008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Description edits lost on restart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Not persisted to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73152" cy="64008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Auto-start setting does nothing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Stored but never 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697480"/>
            <a:ext cx="73152" cy="64008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Default locale setting ignored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Always defaults to en-US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2697480"/>
            <a:ext cx="73152" cy="64008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Language field stores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PersistedJobData bug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3794760"/>
            <a:ext cx="73152" cy="64008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3A"/>
                </a:solidFill>
              </a:defRPr>
            </a:pPr>
            <a:r>
              <a:t>C6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Security scope 3s 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Large files may fail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576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37960" y="3794760"/>
            <a:ext cx="73152" cy="640080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A"/>
                </a:solidFill>
              </a:defRPr>
            </a:pPr>
            <a:r>
              <a:t>C7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Topic extraction never called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AI code exists, not wired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54879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8680" y="4892039"/>
            <a:ext cx="73152" cy="640080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463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A"/>
                </a:solidFill>
              </a:defRPr>
            </a:pPr>
            <a:r>
              <a:t>C8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8463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Speaker detection never called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212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AI code exists, not wired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4879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37960" y="4892039"/>
            <a:ext cx="73152" cy="640080"/>
          </a:xfrm>
          <a:prstGeom prst="round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48463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0A"/>
                </a:solidFill>
              </a:defRPr>
            </a:pPr>
            <a:r>
              <a:t>C9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8463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 filename never called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212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Fully implemented, not wired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 Audit: UX &amp; Polish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High-Priority UX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Blank right pane for pending/processing files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No confirmation for destructive actions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Inconsistent file addition flows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Chat stop button doesn't cancel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No onboarding experience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Start button disabled without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Polish &amp; Interaction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Zero keyboard shortcuts defined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No context menu on transcript text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Three inconsistent rename entry points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No animations between states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Inconsistent corner radii &amp; hard-coded colors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Debug print statements throughout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453A"/>
                </a:solidFill>
              </a:defRPr>
            </a:pPr>
            <a:r>
              <a:t>9 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8989D"/>
                </a:solidFill>
              </a:defRPr>
            </a:pPr>
            <a:r>
              <a:t>Data loss / broken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6692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715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0A"/>
                </a:solidFill>
              </a:defRPr>
            </a:pPr>
            <a:r>
              <a:t>8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8989D"/>
                </a:solidFill>
              </a:defRPr>
            </a:pPr>
            <a:r>
              <a:t>Poor user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6692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715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A"/>
                </a:solidFill>
              </a:defRPr>
            </a:pPr>
            <a:r>
              <a:t>9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8989D"/>
                </a:solidFill>
              </a:defRPr>
            </a:pPr>
            <a:r>
              <a:t>Polish / completeness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651760" cy="50292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Otter.ai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9D"/>
                </a:solidFill>
              </a:defRPr>
            </a:pPr>
            <a:r>
              <a:t>Cloud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Auto-summaries after every meeting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Cross-library AI Chat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Speaker naming is weak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English-only transcription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88720"/>
            <a:ext cx="2651760" cy="50292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MacWhisper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9D"/>
                </a:solidFill>
              </a:defRPr>
            </a:pPr>
            <a:r>
              <a:t>Local Whisper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Native macOS feel, Liquid Glass adopted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Batch + Watch Folders (auto)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Multi-format export in batch mode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Already $69 lifetime (no subscription)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188720"/>
            <a:ext cx="2651760" cy="50292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Descript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9D"/>
                </a:solidFill>
              </a:defRPr>
            </a:pPr>
            <a:r>
              <a:t>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Text-based media editing paradigm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Strong speaker auto-detection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Pricing penalizes multi-file workflows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Electron wrapper, not native macOS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188720"/>
            <a:ext cx="2651760" cy="50292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Rev.com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9D"/>
                </a:solidFill>
              </a:defRPr>
            </a:pPr>
            <a:r>
              <a:t>Cloud + Human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Multi-file AI chat across library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Speaker diarization + label merge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96% AI / 99% human accuracy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Legal-grade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NitNab's Competitive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D158"/>
                </a:solidFill>
              </a:defRPr>
            </a:pPr>
            <a:r>
              <a:t>Unique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Fully on-device: no cloud, no subscription, complete privacy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Apple Intelligence: native Foundation Models integration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Company context: vocabulary + people databases for accuracy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macOS native: true SwiftUI, not Electron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iCloud sync: structured folder output per transcription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3A"/>
                </a:solidFill>
              </a:defRPr>
            </a:pPr>
            <a:r>
              <a:t>Gaps to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Per-file transcription (every competitor has this)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Auto-summarization (Otter does this automatically)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Wire speaker identification (code exists, not connected)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Smart naming with AI (no competitor does this well)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60A"/>
                </a:solidFill>
              </a:defRPr>
            </a:pPr>
            <a:r>
              <a:t>Key Insight: NitNab has 3 fully-implemented AI features (topics, speakers, filenames) that are never called. Wiring these up immediately closes the gap with competitors.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Platform Alignment: Liquid Glass &amp; macOS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9D"/>
                </a:solidFill>
              </a:defRPr>
            </a:pPr>
            <a:r>
              <a:t>Apple's most significant design evolution since iOS 7 (WWDC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What is Liquid Glass?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Translucent material with real-time light bending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Specular highlights responding to device motion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Adaptive shadows and interactive behaviors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Completely transparent menu bar on macOS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Navigation layer only (never apply to content)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NitNab Action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Recompile with Xcode 26 (auto-adopts for standard controls)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Replace custom VStack sidebar with NavigationSplitView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Remove hard-coded Color.blue.opacity() backgrounds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Use system materials instead of custom backgrounds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Test Light / Dark / Increased Contrast modes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Adopt .glassEffect() for custom floating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28016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1E3"/>
                </a:solidFill>
              </a:defRPr>
            </a:pPr>
            <a:r>
              <a:t>Key New APIs: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9D"/>
                </a:solidFill>
              </a:defRPr>
            </a:pPr>
            <a:r>
              <a:t>.glassEffect()   |   GlassEffectContainer   |   .glassEffectID()   |   .backgroundExtensionEffect()   |   .buttonStyle(.glassProminent)   |   ToolbarSpacer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Feature 1: Per-File Transcription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0" y="41148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11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TABLE 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9D"/>
                </a:solidFill>
              </a:defRPr>
            </a:pPr>
            <a:r>
              <a:t>Every competitor offers this. Currently NitNab can only batch-process all pending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FIFO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Sequential processing queue in ViewModel. Per-file adds to front, "Transcribe All" adds all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42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Row Button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Inline "Transcribe" button per file row. Animates to progress bar during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Pending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Right-pane view for pending files: metadata, locale picker, "Start Transcription" CTA.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70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Auto-Start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Wire existing broken setting. Drop a file and transcription begins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Header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Rename to "Transcribe All (N)" with count badge and current-job subtitle.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Feature 2: Bulk Summarization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0" y="41148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11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9D"/>
                </a:solidFill>
              </a:defRPr>
            </a:pPr>
            <a:r>
              <a:t>Otter.ai auto-summarizes. No competitor offers explicit bulk summarize. NitNab can lead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Data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Add summary, summaryGeneratedAt, summaryStatus to TranscriptionJob. Database migration.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42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Auto-Summarize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Generate summary automatically after each transcription completes. Wire extractTopics() and extractNames().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Bulk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"Summarize All (N)" button. Sequential processing with progress indicator.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70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Summary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Summary displayed ABOVE transcript tabs (not buried in a tab). Collapsible with regenerate option.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Tag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Wire extractTopics() to populate the currently-empty Advanced mode tag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Feature 3: Smart File Renaming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0" y="41148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411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UNIQUE TO NITNAB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9D"/>
                </a:solidFill>
              </a:defRPr>
            </a:pPr>
            <a:r>
              <a:t>No competitor offers AI-powered multi-component naming. User picks their formula, AI fills it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9144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Example Output: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D158"/>
                </a:solidFill>
              </a:defRPr>
            </a:pPr>
            <a:r>
              <a:t>2026-02-15  ---  Q1 Budget Review  ---  Sarah, Mike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24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Naming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Configurable struct: date format, description style, name style, separator, max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Smart Rename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Live preview with component toggles. User sees the name update in real-time.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53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Post-Transcription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Auto-rename ON: apply silently. OFF: show sheet with suggestion. Default: 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68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1E3"/>
                </a:solidFill>
              </a:defRPr>
            </a:pPr>
            <a:r>
              <a:t>Bulk Rename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Review sheet showing all proposed renames before applying. Never rename silently in bulk.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UX Polish &amp;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Keyboard Shortcuts (0 exist today)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Cmd+O: Add files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Cmd+Return: Transcribe selected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Cmd+Shift+Return: Transcribe all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Cmd+E: Export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Cmd+F: Search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Cmd+1/2: Toggle mode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Return: Rename file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Cmd+,: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1E3"/>
                </a:solidFill>
              </a:defRPr>
            </a:pPr>
            <a:r>
              <a:t>Additional Polish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Confirmation dialogs for all destructive actions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Pending/Processing views for right pane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Unified file addition flow (company picker on all paths)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DesignSystem constants (radii, colors, spacing)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Animations between state transitions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Onboarding / first-run experience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Replace debug prints with os.Logger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Context menus on transcript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Accessibility &amp; Inclusivity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</a:defRPr>
            </a:pPr>
            <a:r>
              <a:t>VoiceOver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Add descriptive accessibilityLabel with status context to all interactive elements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</a:defRPr>
            </a:pPr>
            <a:r>
              <a:t>Progress Announcements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Use AccessibilityNotification.Announcement for transcription status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</a:defRPr>
            </a:pPr>
            <a:r>
              <a:t>Keyboard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Full Tab/arrow key support. File list arrow navigation. Tab bar switching.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59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</a:defRPr>
            </a:pPr>
            <a:r>
              <a:t>High Contrast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Test all views with Increase Contrast. Replace hard-coded colors with system semantics.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</a:defRPr>
            </a:pPr>
            <a:r>
              <a:t>Reduce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Verify Liquid Glass readability. Ensure content remains legible.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3212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</a:defRPr>
            </a:pPr>
            <a:r>
              <a:t>Writing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Standard NSTextView/TextKit 2 for transcript gives free Writing Tools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~16 hrs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097280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Foundation &amp; Bug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00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Fix 9 critical bugs, add confirmations, unify flows, create design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~16 hrs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148840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240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Per-File Transcription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51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FIFO queue, per-row button, pending/processing views, auto-start setting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004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~16 hrs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200400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291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Bulk Summarization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703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Summary model, DB migration, auto-summarize, summary card UI, tag 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59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09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~17 hrs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251959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434339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Smart File Renaming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75487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Naming model, AI generation, rename sheet, settings, bulk rename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989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~21 hrs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303520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394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Polish &amp; Accessibility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806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8989D"/>
                </a:solidFill>
              </a:defRPr>
            </a:pPr>
            <a:r>
              <a:t>Liquid Glass, keyboard shortcuts, VoiceOver, animations, onboarding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400800"/>
            <a:ext cx="10698480" cy="9144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1E3"/>
                </a:solidFill>
              </a:defRPr>
            </a:pPr>
            <a:r>
              <a:t>1.  Approve plan and prioritize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2.  Fix critical bugs (Week 1) before adding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3.  Begin Per-File Transcription implementation (Week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4.  Wire disconnected AI functions alongside Feature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5.  Adopt Liquid Glass design system in Phase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8989D"/>
                </a:solidFill>
              </a:defRPr>
            </a:pPr>
            <a:r>
              <a:t>Design &amp; Engineering Review Team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